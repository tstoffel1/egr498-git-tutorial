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mp4" ContentType="video/mp4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3268b9f8748a8" /><Relationship Type="http://schemas.openxmlformats.org/officeDocument/2006/relationships/extended-properties" Target="/docProps/app.xml" Id="R5fe58613ca32471c" /><Relationship Type="http://schemas.openxmlformats.org/officeDocument/2006/relationships/officeDocument" Target="/ppt/presentation.xml" Id="Rccf937bd348d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eccb1d7924e0b"/>
  </p:sldMasterIdLst>
  <p:notesMasterIdLst>
    <p:notesMasterId xmlns:r="http://schemas.openxmlformats.org/officeDocument/2006/relationships" r:id="R1ea7ee03bcb54039"/>
  </p:notesMasterIdLst>
  <p:sldIdLst>
    <p:sldId xmlns:r="http://schemas.openxmlformats.org/officeDocument/2006/relationships" id="256" r:id="R8a7d8ce0a34b4206"/>
    <p:sldId xmlns:r="http://schemas.openxmlformats.org/officeDocument/2006/relationships" id="257" r:id="R16286b48ccf942f2"/>
    <p:sldId xmlns:r="http://schemas.openxmlformats.org/officeDocument/2006/relationships" id="258" r:id="R2338c59beed54e86"/>
    <p:sldId xmlns:r="http://schemas.openxmlformats.org/officeDocument/2006/relationships" id="259" r:id="Re53d3bac14fc47ea"/>
    <p:sldId xmlns:r="http://schemas.openxmlformats.org/officeDocument/2006/relationships" id="260" r:id="Rc54eb6fe0e5342bb"/>
    <p:sldId xmlns:r="http://schemas.openxmlformats.org/officeDocument/2006/relationships" id="261" r:id="Re77ed86b469e40d2"/>
    <p:sldId xmlns:r="http://schemas.openxmlformats.org/officeDocument/2006/relationships" id="262" r:id="R3be325d793924c8c"/>
    <p:sldId xmlns:r="http://schemas.openxmlformats.org/officeDocument/2006/relationships" id="263" r:id="R9b94a30b61104d00"/>
    <p:sldId xmlns:r="http://schemas.openxmlformats.org/officeDocument/2006/relationships" id="264" r:id="R8dffa1acdf844dfe"/>
    <p:sldId xmlns:r="http://schemas.openxmlformats.org/officeDocument/2006/relationships" id="265" r:id="Ra552884c85f64123"/>
    <p:sldId xmlns:r="http://schemas.openxmlformats.org/officeDocument/2006/relationships" id="266" r:id="R560a6d0a43d74342"/>
    <p:sldId xmlns:r="http://schemas.openxmlformats.org/officeDocument/2006/relationships" id="267" r:id="R07a3ee54459744ca"/>
    <p:sldId xmlns:r="http://schemas.openxmlformats.org/officeDocument/2006/relationships" id="268" r:id="R7937309114d046f3"/>
    <p:sldId xmlns:r="http://schemas.openxmlformats.org/officeDocument/2006/relationships" id="269" r:id="R9371be79fd994328"/>
    <p:sldId xmlns:r="http://schemas.openxmlformats.org/officeDocument/2006/relationships" id="270" r:id="R71237b805cfa4e50"/>
    <p:sldId xmlns:r="http://schemas.openxmlformats.org/officeDocument/2006/relationships" id="271" r:id="R9534d31165954c6a"/>
    <p:sldId xmlns:r="http://schemas.openxmlformats.org/officeDocument/2006/relationships" id="272" r:id="R8d110d70f89a4423"/>
    <p:sldId xmlns:r="http://schemas.openxmlformats.org/officeDocument/2006/relationships" id="273" r:id="Rd0be13b5770145a2"/>
    <p:sldId xmlns:r="http://schemas.openxmlformats.org/officeDocument/2006/relationships" id="274" r:id="Rc5d411d5e93746bb"/>
    <p:sldId xmlns:r="http://schemas.openxmlformats.org/officeDocument/2006/relationships" id="275" r:id="R0bb04e9e467e47d7"/>
    <p:sldId xmlns:r="http://schemas.openxmlformats.org/officeDocument/2006/relationships" id="276" r:id="Rfbba091ede19426c"/>
    <p:sldId xmlns:r="http://schemas.openxmlformats.org/officeDocument/2006/relationships" id="277" r:id="R05d7182a4d824d4b"/>
    <p:sldId xmlns:r="http://schemas.openxmlformats.org/officeDocument/2006/relationships" id="278" r:id="R537822467f03478c"/>
    <p:sldId xmlns:r="http://schemas.openxmlformats.org/officeDocument/2006/relationships" id="279" r:id="R7cf50c1ade2c42e9"/>
    <p:sldId xmlns:r="http://schemas.openxmlformats.org/officeDocument/2006/relationships" id="280" r:id="Rfb0ce936a0c24639"/>
    <p:sldId xmlns:r="http://schemas.openxmlformats.org/officeDocument/2006/relationships" id="281" r:id="R86708f484679447a"/>
    <p:sldId xmlns:r="http://schemas.openxmlformats.org/officeDocument/2006/relationships" id="282" r:id="R4eee17f89fc044f2"/>
  </p:sldIdLst>
  <p:sldSz cx="11525250" cy="8648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7c2d38c22f4e71" /><Relationship Type="http://schemas.openxmlformats.org/officeDocument/2006/relationships/slideMaster" Target="/ppt/slideMasters/slideMaster1.xml" Id="Re42eccb1d7924e0b" /><Relationship Type="http://schemas.openxmlformats.org/officeDocument/2006/relationships/notesMaster" Target="/ppt/notesMasters/notesMaster1.xml" Id="R1ea7ee03bcb54039" /><Relationship Type="http://schemas.openxmlformats.org/officeDocument/2006/relationships/presProps" Target="/ppt/presProps.xml" Id="R1911de7b087446af" /><Relationship Type="http://schemas.openxmlformats.org/officeDocument/2006/relationships/tableStyles" Target="/ppt/tableStyles.xml" Id="R03d069e5f02e40df" /><Relationship Type="http://schemas.openxmlformats.org/officeDocument/2006/relationships/slide" Target="/ppt/slides/slide1.xml" Id="R8a7d8ce0a34b4206" /><Relationship Type="http://schemas.openxmlformats.org/officeDocument/2006/relationships/slide" Target="/ppt/slides/slide2.xml" Id="R16286b48ccf942f2" /><Relationship Type="http://schemas.openxmlformats.org/officeDocument/2006/relationships/slide" Target="/ppt/slides/slide3.xml" Id="R2338c59beed54e86" /><Relationship Type="http://schemas.openxmlformats.org/officeDocument/2006/relationships/slide" Target="/ppt/slides/slide4.xml" Id="Re53d3bac14fc47ea" /><Relationship Type="http://schemas.openxmlformats.org/officeDocument/2006/relationships/slide" Target="/ppt/slides/slide5.xml" Id="Rc54eb6fe0e5342bb" /><Relationship Type="http://schemas.openxmlformats.org/officeDocument/2006/relationships/slide" Target="/ppt/slides/slide6.xml" Id="Re77ed86b469e40d2" /><Relationship Type="http://schemas.openxmlformats.org/officeDocument/2006/relationships/slide" Target="/ppt/slides/slide7.xml" Id="R3be325d793924c8c" /><Relationship Type="http://schemas.openxmlformats.org/officeDocument/2006/relationships/slide" Target="/ppt/slides/slide8.xml" Id="R9b94a30b61104d00" /><Relationship Type="http://schemas.openxmlformats.org/officeDocument/2006/relationships/slide" Target="/ppt/slides/slide9.xml" Id="R8dffa1acdf844dfe" /><Relationship Type="http://schemas.openxmlformats.org/officeDocument/2006/relationships/slide" Target="/ppt/slides/slide10.xml" Id="Ra552884c85f64123" /><Relationship Type="http://schemas.openxmlformats.org/officeDocument/2006/relationships/slide" Target="/ppt/slides/slide11.xml" Id="R560a6d0a43d74342" /><Relationship Type="http://schemas.openxmlformats.org/officeDocument/2006/relationships/slide" Target="/ppt/slides/slide12.xml" Id="R07a3ee54459744ca" /><Relationship Type="http://schemas.openxmlformats.org/officeDocument/2006/relationships/slide" Target="/ppt/slides/slide13.xml" Id="R7937309114d046f3" /><Relationship Type="http://schemas.openxmlformats.org/officeDocument/2006/relationships/slide" Target="/ppt/slides/slide14.xml" Id="R9371be79fd994328" /><Relationship Type="http://schemas.openxmlformats.org/officeDocument/2006/relationships/slide" Target="/ppt/slides/slide15.xml" Id="R71237b805cfa4e50" /><Relationship Type="http://schemas.openxmlformats.org/officeDocument/2006/relationships/slide" Target="/ppt/slides/slide16.xml" Id="R9534d31165954c6a" /><Relationship Type="http://schemas.openxmlformats.org/officeDocument/2006/relationships/slide" Target="/ppt/slides/slide17.xml" Id="R8d110d70f89a4423" /><Relationship Type="http://schemas.openxmlformats.org/officeDocument/2006/relationships/slide" Target="/ppt/slides/slide18.xml" Id="Rd0be13b5770145a2" /><Relationship Type="http://schemas.openxmlformats.org/officeDocument/2006/relationships/slide" Target="/ppt/slides/slide19.xml" Id="Rc5d411d5e93746bb" /><Relationship Type="http://schemas.openxmlformats.org/officeDocument/2006/relationships/slide" Target="/ppt/slides/slide20.xml" Id="R0bb04e9e467e47d7" /><Relationship Type="http://schemas.openxmlformats.org/officeDocument/2006/relationships/slide" Target="/ppt/slides/slide21.xml" Id="Rfbba091ede19426c" /><Relationship Type="http://schemas.openxmlformats.org/officeDocument/2006/relationships/slide" Target="/ppt/slides/slide22.xml" Id="R05d7182a4d824d4b" /><Relationship Type="http://schemas.openxmlformats.org/officeDocument/2006/relationships/slide" Target="/ppt/slides/slide23.xml" Id="R537822467f03478c" /><Relationship Type="http://schemas.openxmlformats.org/officeDocument/2006/relationships/slide" Target="/ppt/slides/slide24.xml" Id="R7cf50c1ade2c42e9" /><Relationship Type="http://schemas.openxmlformats.org/officeDocument/2006/relationships/slide" Target="/ppt/slides/slide25.xml" Id="Rfb0ce936a0c24639" /><Relationship Type="http://schemas.openxmlformats.org/officeDocument/2006/relationships/slide" Target="/ppt/slides/slide26.xml" Id="R86708f484679447a" /><Relationship Type="http://schemas.openxmlformats.org/officeDocument/2006/relationships/slide" Target="/ppt/slides/slide27.xml" Id="R4eee17f89fc0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f0123ab1f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7f19f31df4ee6" /><Relationship Type="http://schemas.openxmlformats.org/officeDocument/2006/relationships/notesMaster" Target="/ppt/notesMasters/notesMaster1.xml" Id="R98c0c2b75ce846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3f7fe826e431f" /><Relationship Type="http://schemas.openxmlformats.org/officeDocument/2006/relationships/notesMaster" Target="/ppt/notesMasters/notesMaster1.xml" Id="R5ab7ea20f8c1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c50815ef474e03" /><Relationship Type="http://schemas.openxmlformats.org/officeDocument/2006/relationships/notesMaster" Target="/ppt/notesMasters/notesMaster1.xml" Id="Rafedc5e4029b49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7c28832da2428f" /><Relationship Type="http://schemas.openxmlformats.org/officeDocument/2006/relationships/notesMaster" Target="/ppt/notesMasters/notesMaster1.xml" Id="Re796b85d0d49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6ae27eaf24866" /><Relationship Type="http://schemas.openxmlformats.org/officeDocument/2006/relationships/notesMaster" Target="/ppt/notesMasters/notesMaster1.xml" Id="Rfff65c39a78c4e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a00b6726d64e81" /><Relationship Type="http://schemas.openxmlformats.org/officeDocument/2006/relationships/notesMaster" Target="/ppt/notesMasters/notesMaster1.xml" Id="Ra8685341108349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48aff1df1f45ca" /><Relationship Type="http://schemas.openxmlformats.org/officeDocument/2006/relationships/notesMaster" Target="/ppt/notesMasters/notesMaster1.xml" Id="R402a1fd9935a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7613facd84f39" /><Relationship Type="http://schemas.openxmlformats.org/officeDocument/2006/relationships/notesMaster" Target="/ppt/notesMasters/notesMaster1.xml" Id="R422dcb876b9b44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6771caf3234411" /><Relationship Type="http://schemas.openxmlformats.org/officeDocument/2006/relationships/notesMaster" Target="/ppt/notesMasters/notesMaster1.xml" Id="Rde6f770f0c8940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7e818c28e486d" /><Relationship Type="http://schemas.openxmlformats.org/officeDocument/2006/relationships/notesMaster" Target="/ppt/notesMasters/notesMaster1.xml" Id="R8e251dbd0e244d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db7d4194174e0c" /><Relationship Type="http://schemas.openxmlformats.org/officeDocument/2006/relationships/notesMaster" Target="/ppt/notesMasters/notesMaster1.xml" Id="R880761df52a0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2169ee4e394fc5" /><Relationship Type="http://schemas.openxmlformats.org/officeDocument/2006/relationships/notesMaster" Target="/ppt/notesMasters/notesMaster1.xml" Id="R817e997d19fd43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3ab9b21dbc4256" /><Relationship Type="http://schemas.openxmlformats.org/officeDocument/2006/relationships/notesMaster" Target="/ppt/notesMasters/notesMaster1.xml" Id="Raf6a0136f1ca4d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e5c92e8ffa45b9" /><Relationship Type="http://schemas.openxmlformats.org/officeDocument/2006/relationships/notesMaster" Target="/ppt/notesMasters/notesMaster1.xml" Id="R6eb3eca07da543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3b58c674e34ac1" /><Relationship Type="http://schemas.openxmlformats.org/officeDocument/2006/relationships/notesMaster" Target="/ppt/notesMasters/notesMaster1.xml" Id="R2ea7e4db6da148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627bdafcb84a5c" /><Relationship Type="http://schemas.openxmlformats.org/officeDocument/2006/relationships/notesMaster" Target="/ppt/notesMasters/notesMaster1.xml" Id="R53af9b754a8346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4b886567424db8" /><Relationship Type="http://schemas.openxmlformats.org/officeDocument/2006/relationships/notesMaster" Target="/ppt/notesMasters/notesMaster1.xml" Id="R98862e53201549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80a77c98ee42b7" /><Relationship Type="http://schemas.openxmlformats.org/officeDocument/2006/relationships/notesMaster" Target="/ppt/notesMasters/notesMaster1.xml" Id="Raf6fc4009a8d4f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4922bb87e740f0" /><Relationship Type="http://schemas.openxmlformats.org/officeDocument/2006/relationships/notesMaster" Target="/ppt/notesMasters/notesMaster1.xml" Id="Rdb1e826d40284c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ab81001cb1432f" /><Relationship Type="http://schemas.openxmlformats.org/officeDocument/2006/relationships/notesMaster" Target="/ppt/notesMasters/notesMaster1.xml" Id="R06015b293a8f4a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2bbeb585d24571" /><Relationship Type="http://schemas.openxmlformats.org/officeDocument/2006/relationships/notesMaster" Target="/ppt/notesMasters/notesMaster1.xml" Id="R8914c16f603a42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7964fa552c44ec" /><Relationship Type="http://schemas.openxmlformats.org/officeDocument/2006/relationships/notesMaster" Target="/ppt/notesMasters/notesMaster1.xml" Id="R3814034d22a747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a72766730f4614" /><Relationship Type="http://schemas.openxmlformats.org/officeDocument/2006/relationships/notesMaster" Target="/ppt/notesMasters/notesMaster1.xml" Id="R3489624a6c9240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e49029c45a442b" /><Relationship Type="http://schemas.openxmlformats.org/officeDocument/2006/relationships/notesMaster" Target="/ppt/notesMasters/notesMaster1.xml" Id="Rd406a0f842794a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fc9959a69c477a" /><Relationship Type="http://schemas.openxmlformats.org/officeDocument/2006/relationships/notesMaster" Target="/ppt/notesMasters/notesMaster1.xml" Id="Raa184a7cc02c469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2f27d20f374c5c" /><Relationship Type="http://schemas.openxmlformats.org/officeDocument/2006/relationships/notesMaster" Target="/ppt/notesMasters/notesMaster1.xml" Id="Rd49857d35bec458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4ce35e90e24ab0" /><Relationship Type="http://schemas.openxmlformats.org/officeDocument/2006/relationships/notesMaster" Target="/ppt/notesMasters/notesMaster1.xml" Id="Rd5c1ee0a7975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0bfff862b4c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d198fb9bd42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4144f5ca740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abf1d828e49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e01bb720e47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935e142a0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1B2327-16E5-4CC5-87C9-C328241AF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2525" y="3267287"/>
            <a:ext cx="9220200" cy="1249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01F20A-15FA-4A28-9AA0-425B557A69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28788" y="4756785"/>
            <a:ext cx="8067675" cy="96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7EDE16-6EFC-4C5B-BCCA-220015E1A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2525" y="3603625"/>
            <a:ext cx="9220200" cy="144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98A349-03BD-427D-BAE4-5CF67F7DB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295" y="672677"/>
            <a:ext cx="10228659" cy="105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07F7D-A73D-4416-8A57-F8A51153E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295" y="2402417"/>
            <a:ext cx="10228659" cy="5381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609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1pPr>
            <a:lvl2pPr marL="504230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2pPr>
            <a:lvl3pPr marL="792361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3pPr>
            <a:lvl4pPr marL="1080492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4pPr>
            <a:lvl5pPr marL="1368623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5pPr>
            <a:lvl6pPr marL="1656755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6pPr>
            <a:lvl7pPr marL="1944886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7pPr>
            <a:lvl8pPr marL="2233017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8pPr>
            <a:lvl9pPr marL="252114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D2E62E-7F99-45F1-8EF7-6AD72ECBA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295" y="672677"/>
            <a:ext cx="10228659" cy="105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83049D-2BB9-45C2-AC81-8C853B6C3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295" y="2402417"/>
            <a:ext cx="4754166" cy="5381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609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1pPr>
            <a:lvl2pPr marL="504230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2pPr>
            <a:lvl3pPr marL="792361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3pPr>
            <a:lvl4pPr marL="1080492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4pPr>
            <a:lvl5pPr marL="1368623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5pPr>
            <a:lvl6pPr marL="1656755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6pPr>
            <a:lvl7pPr marL="1944886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7pPr>
            <a:lvl8pPr marL="2233017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8pPr>
            <a:lvl9pPr marL="252114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F715B-4385-4313-905E-748A68CDF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22789" y="2402417"/>
            <a:ext cx="4754166" cy="5381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609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1pPr>
            <a:lvl2pPr marL="504230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2pPr>
            <a:lvl3pPr marL="792361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3pPr>
            <a:lvl4pPr marL="1080492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4pPr>
            <a:lvl5pPr marL="1368623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5pPr>
            <a:lvl6pPr marL="1656755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6pPr>
            <a:lvl7pPr marL="1944886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7pPr>
            <a:lvl8pPr marL="2233017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8pPr>
            <a:lvl9pPr marL="252114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758C02-F51D-4786-B13D-F9E7CB37D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295" y="672677"/>
            <a:ext cx="10228659" cy="105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68B25-7609-4DB9-BBB0-B9E2736DA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295" y="2402417"/>
            <a:ext cx="4754166" cy="5381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2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609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1pPr>
            <a:lvl2pPr marL="504230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2pPr>
            <a:lvl3pPr marL="792361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3pPr>
            <a:lvl4pPr marL="1080492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4pPr>
            <a:lvl5pPr marL="1368623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5pPr>
            <a:lvl6pPr marL="1656755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6pPr>
            <a:lvl7pPr marL="1944886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7pPr>
            <a:lvl8pPr marL="2233017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8pPr>
            <a:lvl9pPr marL="2521148" indent="-216098">
              <a:lnSpc>
                <a:spcPct val="110000"/>
              </a:lnSpc>
              <a:spcBef>
                <a:spcPts val="0"/>
              </a:spcBef>
              <a:spcAft>
                <a:spcPts val="113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030b4457a5447d" /><Relationship Type="http://schemas.openxmlformats.org/officeDocument/2006/relationships/slideLayout" Target="/ppt/slideLayouts/slideLayout1.xml" Id="R20107ccf865d4a12" /><Relationship Type="http://schemas.openxmlformats.org/officeDocument/2006/relationships/slideLayout" Target="/ppt/slideLayouts/slideLayout2.xml" Id="Rfd534ad6c5854e78" /><Relationship Type="http://schemas.openxmlformats.org/officeDocument/2006/relationships/slideLayout" Target="/ppt/slideLayouts/slideLayout3.xml" Id="R6c0c532501a145fe" /><Relationship Type="http://schemas.openxmlformats.org/officeDocument/2006/relationships/slideLayout" Target="/ppt/slideLayouts/slideLayout4.xml" Id="Rfa33f0c2bb484258" /><Relationship Type="http://schemas.openxmlformats.org/officeDocument/2006/relationships/slideLayout" Target="/ppt/slideLayouts/slideLayout5.xml" Id="Re0274d8920a44a9a" /><Relationship Type="http://schemas.openxmlformats.org/officeDocument/2006/relationships/slideLayout" Target="/ppt/slideLayouts/slideLayout6.xml" Id="Rdc9393338743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07ccf865d4a12"/>
    <p:sldLayoutId xmlns:r="http://schemas.openxmlformats.org/officeDocument/2006/relationships" id="2147483650" r:id="Rfd534ad6c5854e78"/>
    <p:sldLayoutId xmlns:r="http://schemas.openxmlformats.org/officeDocument/2006/relationships" id="2147483651" r:id="R6c0c532501a145fe"/>
    <p:sldLayoutId xmlns:r="http://schemas.openxmlformats.org/officeDocument/2006/relationships" id="2147483652" r:id="Rfa33f0c2bb484258"/>
    <p:sldLayoutId xmlns:r="http://schemas.openxmlformats.org/officeDocument/2006/relationships" id="2147483653" r:id="Re0274d8920a44a9a"/>
    <p:sldLayoutId xmlns:r="http://schemas.openxmlformats.org/officeDocument/2006/relationships" id="2147483654" r:id="Rdc9393338743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acc102be514fc1" /><Relationship Type="http://schemas.openxmlformats.org/officeDocument/2006/relationships/image" Target="/ppt/media/image.jpeg" Id="R8b39f04f007f43aa" /><Relationship Type="http://schemas.openxmlformats.org/officeDocument/2006/relationships/notesSlide" Target="/ppt/notesSlides/notesSlide1.xml" Id="R7d844a77b25e440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2e39a7c60df4279" /><Relationship Type="http://schemas.openxmlformats.org/officeDocument/2006/relationships/image" Target="/ppt/media/image2.jpeg" Id="R139ae26dd8bc4db7" /><Relationship Type="http://schemas.openxmlformats.org/officeDocument/2006/relationships/notesSlide" Target="/ppt/notesSlides/notesSlide2.xml" Id="Rdb14e0a288be4a4d" /><Relationship Id="rId1" Type="http://schemas.openxmlformats.org/officeDocument/2006/relationships/hyperlink" Target="https://git-scm.com/book/en/v2/Getting-Started-What-is-Git%3F" TargetMode="External" /><Relationship Id="rId2" Type="http://schemas.openxmlformats.org/officeDocument/2006/relationships/hyperlink" Target="https://survey.stackoverflow.co/2022/#section-version-control-version-control-systems" TargetMode="External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552ce1e4d21426f" /><Relationship Type="http://schemas.openxmlformats.org/officeDocument/2006/relationships/image" Target="/ppt/media/image3.jpeg" Id="R5f1a7821897b4e85" /><Relationship Type="http://schemas.openxmlformats.org/officeDocument/2006/relationships/notesSlide" Target="/ppt/notesSlides/notesSlide3.xml" Id="Rebbd9b5677944475" /><Relationship Id="rId1" Type="http://schemas.openxmlformats.org/officeDocument/2006/relationships/hyperlink" Target="https://phdcomics.com/comics/archive.php?comicid=1323" TargetMode="External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577634ec303455a" /><Relationship Type="http://schemas.openxmlformats.org/officeDocument/2006/relationships/image" Target="/ppt/media/image4.jpeg" Id="Re729bb264a9540f0" /><Relationship Type="http://schemas.openxmlformats.org/officeDocument/2006/relationships/notesSlide" Target="/ppt/notesSlides/notesSlide4.xml" Id="Rae464aa9ee75495f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fc0a406ca52423b" /><Relationship Type="http://schemas.openxmlformats.org/officeDocument/2006/relationships/image" Target="/ppt/media/image5.jpeg" Id="R77da34aaf4ca49f4" /><Relationship Type="http://schemas.openxmlformats.org/officeDocument/2006/relationships/notesSlide" Target="/ppt/notesSlides/notesSlide5.xml" Id="R0166f196ce764021" /><Relationship Id="rId1" Type="http://schemas.openxmlformats.org/officeDocument/2006/relationships/hyperlink" Target="https://git-scm.com/downloads/logos" TargetMode="External" /><Relationship Id="rId2" Type="http://schemas.openxmlformats.org/officeDocument/2006/relationships/hyperlink" Target="https://git-scm.com/book/en/v2/Getting-Started-About-Version-Control" TargetMode="External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cdd709e7042488e" /><Relationship Type="http://schemas.openxmlformats.org/officeDocument/2006/relationships/image" Target="/ppt/media/image6.jpeg" Id="Rf93c2d306f674c29" /><Relationship Type="http://schemas.openxmlformats.org/officeDocument/2006/relationships/notesSlide" Target="/ppt/notesSlides/notesSlide6.xml" Id="R5e9a1b6d76264bb7" /><Relationship Id="rId1" Type="http://schemas.openxmlformats.org/officeDocument/2006/relationships/hyperlink" Target="https://brand.github.com/foundations/logo" TargetMode="External" /><Relationship Id="rId2" Type="http://schemas.openxmlformats.org/officeDocument/2006/relationships/hyperlink" Target="https://github.com/tstoffel1" TargetMode="External" /><Relationship Id="rId3" Type="http://schemas.openxmlformats.org/officeDocument/2006/relationships/hyperlink" Target="https://github.com/tstoffel1/egr498-git-tutorial" TargetMode="External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9c91b8931c74267" /><Relationship Type="http://schemas.openxmlformats.org/officeDocument/2006/relationships/image" Target="/ppt/media/image7.jpeg" Id="R1e2542c3348b4ea8" /><Relationship Type="http://schemas.openxmlformats.org/officeDocument/2006/relationships/notesSlide" Target="/ppt/notesSlides/notesSlide7.xml" Id="Rf29298f29de84eff" /><Relationship Id="rId1" Type="http://schemas.openxmlformats.org/officeDocument/2006/relationships/hyperlink" Target="https://docs.github.com/en/desktop/overview/creating-your-first-repository-using-github-desktop" TargetMode="External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fd1f622ee19408e" /><Relationship Type="http://schemas.openxmlformats.org/officeDocument/2006/relationships/image" Target="/ppt/media/image8.jpeg" Id="Rb5f1e099b6b142c0" /><Relationship Type="http://schemas.openxmlformats.org/officeDocument/2006/relationships/notesSlide" Target="/ppt/notesSlides/notesSlide8.xml" Id="R42bc65ac3c79434b" /><Relationship Id="rId1" Type="http://schemas.openxmlformats.org/officeDocument/2006/relationships/hyperlink" Target="https://www.git-tower.com/learn/git/ebook/en/command-line/remote-repositories/introduction" TargetMode="External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e9dbe9c5c0c459a" /><Relationship Type="http://schemas.openxmlformats.org/officeDocument/2006/relationships/image" Target="/ppt/media/image9.jpeg" Id="R0bbbce2c3f764156" /><Relationship Type="http://schemas.openxmlformats.org/officeDocument/2006/relationships/notesSlide" Target="/ppt/notesSlides/notesSlide9.xml" Id="Rdff6b2eb9ca74c4a" /><Relationship Id="rId1" Type="http://schemas.openxmlformats.org/officeDocument/2006/relationships/hyperlink" Target="https://www.git-tower.com/learn/git/ebook/en/command-line/remote-repositories/introduction" TargetMode="External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2ff4d904d5f4454" /><Relationship Type="http://schemas.openxmlformats.org/officeDocument/2006/relationships/image" Target="/ppt/media/image10.jpeg" Id="R92559e39fd35431f" /><Relationship Type="http://schemas.openxmlformats.org/officeDocument/2006/relationships/notesSlide" Target="/ppt/notesSlides/notesSlide10.xml" Id="R6f26b9bc5b4540bf" /><Relationship Id="rId1" Type="http://schemas.openxmlformats.org/officeDocument/2006/relationships/hyperlink" Target="https://www.atlassian.com/git/tutorials/using-branches/git-merge" TargetMode="External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c22cce1b4004eeb" /><Relationship Type="http://schemas.openxmlformats.org/officeDocument/2006/relationships/image" Target="/ppt/media/image11.jpeg" Id="R385d50f7fd7b4c75" /><Relationship Type="http://schemas.openxmlformats.org/officeDocument/2006/relationships/notesSlide" Target="/ppt/notesSlides/notesSlide11.xml" Id="R9d672d6450ca4dde" /><Relationship Id="rId1" Type="http://schemas.openxmlformats.org/officeDocument/2006/relationships/hyperlink" Target="https://www.atlassian.com/git/tutorials/using-branches/git-merge" TargetMode="External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81723b663a14962" /><Relationship Type="http://schemas.openxmlformats.org/officeDocument/2006/relationships/image" Target="/ppt/media/image12.jpeg" Id="Rcc58f50e53ab4128" /><Relationship Type="http://schemas.openxmlformats.org/officeDocument/2006/relationships/notesSlide" Target="/ppt/notesSlides/notesSlide12.xml" Id="R20b1cea4eb0d4ad3" /><Relationship Id="rId1" Type="http://schemas.openxmlformats.org/officeDocument/2006/relationships/hyperlink" Target="https://github.com/tstoffel1/egr498-git-tutorial" TargetMode="External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5573ddf0519487d" /><Relationship Type="http://schemas.openxmlformats.org/officeDocument/2006/relationships/image" Target="/ppt/media/image13.jpeg" Id="Ref23a6f0aa554f50" /><Relationship Type="http://schemas.openxmlformats.org/officeDocument/2006/relationships/notesSlide" Target="/ppt/notesSlides/notesSlide13.xml" Id="R5aac6956efb84775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f5ad89ccf5c48cd" /><Relationship Type="http://schemas.openxmlformats.org/officeDocument/2006/relationships/image" Target="/ppt/media/image14.jpeg" Id="R2e60f02e161d45e1" /><Relationship Type="http://schemas.openxmlformats.org/officeDocument/2006/relationships/notesSlide" Target="/ppt/notesSlides/notesSlide14.xml" Id="R4dc66ef4eede4ebb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2206f2763a84f9b" /><Relationship Type="http://schemas.openxmlformats.org/officeDocument/2006/relationships/image" Target="/ppt/media/image15.jpeg" Id="Rb75fb7ecc53c4841" /><Relationship Type="http://schemas.openxmlformats.org/officeDocument/2006/relationships/notesSlide" Target="/ppt/notesSlides/notesSlide15.xml" Id="R17f0376041b24f20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0575d832834182" /><Relationship Type="http://schemas.openxmlformats.org/officeDocument/2006/relationships/image" Target="/ppt/media/image16.jpeg" Id="Rd8745ebd11a84cd4" /><Relationship Type="http://schemas.openxmlformats.org/officeDocument/2006/relationships/notesSlide" Target="/ppt/notesSlides/notesSlide16.xml" Id="R35806b2f960943b0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cce7e30aa2a476f" /><Relationship Type="http://schemas.openxmlformats.org/officeDocument/2006/relationships/image" Target="/ppt/media/image17.jpeg" Id="R8133ecff413a4bc9" /><Relationship Type="http://schemas.openxmlformats.org/officeDocument/2006/relationships/notesSlide" Target="/ppt/notesSlides/notesSlide17.xml" Id="R2f734510fa164f22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e2ca82b7b3e4aa0" /><Relationship Type="http://schemas.openxmlformats.org/officeDocument/2006/relationships/image" Target="/ppt/media/image18.jpeg" Id="Rc12dd9098ab94167" /><Relationship Type="http://schemas.openxmlformats.org/officeDocument/2006/relationships/notesSlide" Target="/ppt/notesSlides/notesSlide18.xml" Id="R122124167b45407d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0509e152c584c31" /><Relationship Type="http://schemas.openxmlformats.org/officeDocument/2006/relationships/image" Target="/ppt/media/image19.jpeg" Id="R2ed39a0a609e472a" /><Relationship Type="http://schemas.openxmlformats.org/officeDocument/2006/relationships/notesSlide" Target="/ppt/notesSlides/notesSlide19.xml" Id="R08bdedea89404b35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7e4600f06af4197" /><Relationship Type="http://schemas.openxmlformats.org/officeDocument/2006/relationships/image" Target="/ppt/media/image20.jpeg" Id="R8ad97da2cee24f3f" /><Relationship Type="http://schemas.openxmlformats.org/officeDocument/2006/relationships/notesSlide" Target="/ppt/notesSlides/notesSlide20.xml" Id="Rf72892fe5de2464f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4de7044a26f477e" /><Relationship Type="http://schemas.openxmlformats.org/officeDocument/2006/relationships/image" Target="/ppt/media/image21.jpeg" Id="R12f5f9f7c23d46f1" /><Relationship Type="http://schemas.openxmlformats.org/officeDocument/2006/relationships/notesSlide" Target="/ppt/notesSlides/notesSlide21.xml" Id="Ra7e4c357d17c42d3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2f658ad2b3482a" /><Relationship Type="http://schemas.openxmlformats.org/officeDocument/2006/relationships/image" Target="/ppt/media/image22.jpeg" Id="R1eaa7582cf704617" /><Relationship Type="http://schemas.openxmlformats.org/officeDocument/2006/relationships/notesSlide" Target="/ppt/notesSlides/notesSlide22.xml" Id="Red4b55031cb24a9b" /><Relationship Id="rId1" Type="http://schemas.openxmlformats.org/officeDocument/2006/relationships/hyperlink" Target="https://www.raspberrypi.com/products/raspberry-pi-5/" TargetMode="External" /><Relationship Id="rId2" Type="http://schemas.openxmlformats.org/officeDocument/2006/relationships/hyperlink" Target="https://www.raspberrypi.com/products/raspberry-pi-5/" TargetMode="External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ebd8e1c01d74f6f" /><Relationship Type="http://schemas.openxmlformats.org/officeDocument/2006/relationships/image" Target="/ppt/media/image23.jpeg" Id="R06da404bd31646d5" /><Relationship Type="http://schemas.openxmlformats.org/officeDocument/2006/relationships/notesSlide" Target="/ppt/notesSlides/notesSlide23.xml" Id="Ree529786d698429a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e351e2b10be44af" /><Relationship Type="http://schemas.openxmlformats.org/officeDocument/2006/relationships/image" Target="/ppt/media/image24.jpeg" Id="R621fc23533574d6a" /><Relationship Type="http://schemas.openxmlformats.org/officeDocument/2006/relationships/notesSlide" Target="/ppt/notesSlides/notesSlide24.xml" Id="R70e9f83cba304eee" /><Relationship Id="rId1" Type="http://schemas.openxmlformats.org/officeDocument/2006/relationships/hyperlink" Target="https://desktop.github.com/" TargetMode="External" /><Relationship Id="rId2" Type="http://schemas.openxmlformats.org/officeDocument/2006/relationships/hyperlink" Target="https://github.com/signup" TargetMode="External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1c872628a3340f6" /><Relationship Type="http://schemas.openxmlformats.org/officeDocument/2006/relationships/image" Target="/ppt/media/image25.jpeg" Id="R7b4bb382cc744eac" /><Relationship Type="http://schemas.openxmlformats.org/officeDocument/2006/relationships/notesSlide" Target="/ppt/notesSlides/notesSlide25.xml" Id="R7076b128b7244c2e" /><Relationship Id="rId1" Type="http://schemas.openxmlformats.org/officeDocument/2006/relationships/hyperlink" Target="https://github.com/mmurphy39-hash/Senior-Design-Blue" TargetMode="External" /><Relationship Id="rId2" Type="http://schemas.openxmlformats.org/officeDocument/2006/relationships/hyperlink" Target="https://github.com/BraxtonAlexander0/Senior-Design-Gold-Test" TargetMode="External" /><Relationship Id="rId3" Type="http://schemas.openxmlformats.org/officeDocument/2006/relationships/hyperlink" Target="https://docs.github.com/en/desktop/adding-and-cloning-repositories/cloning-and-forking-repositories-from-github-desktop" TargetMode="External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5f0c4772ac84775" /><Relationship Type="http://schemas.openxmlformats.org/officeDocument/2006/relationships/image" Target="/ppt/media/image26.jpeg" Id="R556c2ed8164044d9" /><Relationship Type="http://schemas.openxmlformats.org/officeDocument/2006/relationships/notesSlide" Target="/ppt/notesSlides/notesSlide26.xml" Id="R7d3c861363e14db7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97025c84d9e4c93" /><Relationship Type="http://schemas.openxmlformats.org/officeDocument/2006/relationships/image" Target="/ppt/media/image27.jpeg" Id="R6d74e7b4debc4f40" /><Relationship Type="http://schemas.openxmlformats.org/officeDocument/2006/relationships/notesSlide" Target="/ppt/notesSlides/notesSlide27.xml" Id="R8915f95b33d8444b" /><Relationship Id="rId1" Type="http://schemas.openxmlformats.org/officeDocument/2006/relationships/hyperlink" Target="https://github.com/mmurphy39-hash/Senior-Design-Blue/tree/dev" TargetMode="External" /><Relationship Id="rId2" Type="http://schemas.openxmlformats.org/officeDocument/2006/relationships/hyperlink" Target="https://github.com/BraxtonAlexander0/Senior-Design-Gold-Test/tree/dev" TargetMode="External" 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014C493B-724C-46DF-BD3C-E9C669E40129}"/>
              </a:ext>
            </a:extLst>
          </p:cNvPr>
          <p:cNvPicPr>
            <a:picLocks noChangeAspect="1"/>
          </p:cNvPicPr>
          <p:nvPr/>
        </p:nvPicPr>
        <p:blipFill>
          <a:blip r:embed="R8b39f04f007f43aa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64178991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3CEEF57C-F754-4762-94B5-0CA6E075F4C1}"/>
              </a:ext>
            </a:extLst>
          </p:cNvPr>
          <p:cNvPicPr>
            <a:picLocks noChangeAspect="1"/>
          </p:cNvPicPr>
          <p:nvPr/>
        </p:nvPicPr>
        <p:blipFill>
          <a:blip r:embed="R139ae26dd8bc4db7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4880896" y="6142919"/>
            <a:ext cx="2019230" cy="1899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1772798" y="6424726"/>
            <a:ext cx="3408689" cy="189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761514399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894736CA-782B-4E74-A666-163F415D4A98}"/>
              </a:ext>
            </a:extLst>
          </p:cNvPr>
          <p:cNvPicPr>
            <a:picLocks noChangeAspect="1"/>
          </p:cNvPicPr>
          <p:nvPr/>
        </p:nvPicPr>
        <p:blipFill>
          <a:blip r:embed="R5f1a7821897b4e85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6740729" y="6812333"/>
            <a:ext cx="1743638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89073458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1CD88652-BD91-47C1-A4D5-D911ACBA4732}"/>
              </a:ext>
            </a:extLst>
          </p:cNvPr>
          <p:cNvPicPr>
            <a:picLocks noChangeAspect="1"/>
          </p:cNvPicPr>
          <p:nvPr/>
        </p:nvPicPr>
        <p:blipFill>
          <a:blip r:embed="Re729bb264a9540f0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91324130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C6301083-34B3-466C-8B1D-F35781A88F39}"/>
              </a:ext>
            </a:extLst>
          </p:cNvPr>
          <p:cNvPicPr>
            <a:picLocks noChangeAspect="1"/>
          </p:cNvPicPr>
          <p:nvPr/>
        </p:nvPicPr>
        <p:blipFill>
          <a:blip r:embed="R77da34aaf4ca49f4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9686858" y="3046098"/>
            <a:ext cx="664362" cy="22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7825309" y="6620246"/>
            <a:ext cx="577200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91161008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053118B-08F0-4EEB-8194-DF87D2414A47}"/>
              </a:ext>
            </a:extLst>
          </p:cNvPr>
          <p:cNvPicPr>
            <a:picLocks noChangeAspect="1"/>
          </p:cNvPicPr>
          <p:nvPr/>
        </p:nvPicPr>
        <p:blipFill>
          <a:blip r:embed="Rf93c2d306f674c29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9767414" y="3358733"/>
            <a:ext cx="1016794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2592617" y="5684757"/>
            <a:ext cx="2688674" cy="3379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PDF hyperlink">
            <a:hlinkClick r:id="rId3"/>
          </p:cNvPr>
          <p:cNvSpPr/>
          <p:nvPr/>
        </p:nvSpPr>
        <p:spPr>
          <a:xfrm>
            <a:off x="450204" y="6157316"/>
            <a:ext cx="5377317" cy="3379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86057188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A208A13-3234-46DE-BB2C-22D9B3E895D9}"/>
              </a:ext>
            </a:extLst>
          </p:cNvPr>
          <p:cNvPicPr>
            <a:picLocks noChangeAspect="1"/>
          </p:cNvPicPr>
          <p:nvPr/>
        </p:nvPicPr>
        <p:blipFill>
          <a:blip r:embed="R1e2542c3348b4ea8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7946079" y="5995390"/>
            <a:ext cx="1057230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794900047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511E933-4570-48AA-AC71-1C13B6BBAB05}"/>
              </a:ext>
            </a:extLst>
          </p:cNvPr>
          <p:cNvPicPr>
            <a:picLocks noChangeAspect="1"/>
          </p:cNvPicPr>
          <p:nvPr/>
        </p:nvPicPr>
        <p:blipFill>
          <a:blip r:embed="Rb5f1e099b6b142c0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6305360" y="7213130"/>
            <a:ext cx="511542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732856957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6B7CBA4-2862-4899-8E86-943796D85A0B}"/>
              </a:ext>
            </a:extLst>
          </p:cNvPr>
          <p:cNvPicPr>
            <a:picLocks noChangeAspect="1"/>
          </p:cNvPicPr>
          <p:nvPr/>
        </p:nvPicPr>
        <p:blipFill>
          <a:blip r:embed="R0bbbce2c3f764156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7031060" y="7386085"/>
            <a:ext cx="511542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204042339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7BFC40F3-9BA4-4E43-82A6-5C6774F6E081}"/>
              </a:ext>
            </a:extLst>
          </p:cNvPr>
          <p:cNvPicPr>
            <a:picLocks noChangeAspect="1"/>
          </p:cNvPicPr>
          <p:nvPr/>
        </p:nvPicPr>
        <p:blipFill>
          <a:blip r:embed="R92559e39fd35431f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450204" y="7383987"/>
            <a:ext cx="775095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51011879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CA11D55-625A-41FF-8A5F-19836D88CBC7}"/>
              </a:ext>
            </a:extLst>
          </p:cNvPr>
          <p:cNvPicPr>
            <a:picLocks noChangeAspect="1"/>
          </p:cNvPicPr>
          <p:nvPr/>
        </p:nvPicPr>
        <p:blipFill>
          <a:blip r:embed="R385d50f7fd7b4c75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450204" y="6052183"/>
            <a:ext cx="775095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83225168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2501954F-C158-48E2-82B9-D0FF64A3B3D1}"/>
              </a:ext>
            </a:extLst>
          </p:cNvPr>
          <p:cNvPicPr>
            <a:picLocks noChangeAspect="1"/>
          </p:cNvPicPr>
          <p:nvPr/>
        </p:nvPicPr>
        <p:blipFill>
          <a:blip r:embed="Rcc58f50e53ab4128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1129210" y="1838719"/>
            <a:ext cx="5377317" cy="3379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964019004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C2ACED8-17A5-4E7C-81B3-A4AD6D76C892}"/>
              </a:ext>
            </a:extLst>
          </p:cNvPr>
          <p:cNvPicPr>
            <a:picLocks noChangeAspect="1"/>
          </p:cNvPicPr>
          <p:nvPr/>
        </p:nvPicPr>
        <p:blipFill>
          <a:blip r:embed="Ref23a6f0aa554f50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65566957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412105B7-6E7D-4453-A921-F377716241B6}"/>
              </a:ext>
            </a:extLst>
          </p:cNvPr>
          <p:cNvPicPr>
            <a:picLocks noChangeAspect="1"/>
          </p:cNvPicPr>
          <p:nvPr/>
        </p:nvPicPr>
        <p:blipFill>
          <a:blip r:embed="R2e60f02e161d45e1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415643934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7F7D7C25-5388-4CE4-A413-C4C4D504C6D7}"/>
              </a:ext>
            </a:extLst>
          </p:cNvPr>
          <p:cNvPicPr>
            <a:picLocks noChangeAspect="1"/>
          </p:cNvPicPr>
          <p:nvPr/>
        </p:nvPicPr>
        <p:blipFill>
          <a:blip r:embed="Rb75fb7ecc53c4841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8430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1FF936A-4901-48EF-ABF0-41334F41453F}"/>
              </a:ext>
            </a:extLst>
          </p:cNvPr>
          <p:cNvPicPr>
            <a:picLocks noChangeAspect="1"/>
          </p:cNvPicPr>
          <p:nvPr/>
        </p:nvPicPr>
        <p:blipFill>
          <a:blip r:embed="Rd8745ebd11a84cd4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691862843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35BE227-858D-46D3-A2F1-B1BFC549B4A8}"/>
              </a:ext>
            </a:extLst>
          </p:cNvPr>
          <p:cNvPicPr>
            <a:picLocks noChangeAspect="1"/>
          </p:cNvPicPr>
          <p:nvPr/>
        </p:nvPicPr>
        <p:blipFill>
          <a:blip r:embed="R8133ecff413a4bc9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76978421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6D3DC0E-46C4-4E66-9596-487F2B1C5A7B}"/>
              </a:ext>
            </a:extLst>
          </p:cNvPr>
          <p:cNvPicPr>
            <a:picLocks noChangeAspect="1"/>
          </p:cNvPicPr>
          <p:nvPr/>
        </p:nvPicPr>
        <p:blipFill>
          <a:blip r:embed="Rc12dd9098ab94167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380150070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3F2C5A57-18B1-43D1-A75A-C02228AE73F0}"/>
              </a:ext>
            </a:extLst>
          </p:cNvPr>
          <p:cNvPicPr>
            <a:picLocks noChangeAspect="1"/>
          </p:cNvPicPr>
          <p:nvPr/>
        </p:nvPicPr>
        <p:blipFill>
          <a:blip r:embed="R2ed39a0a609e472a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254467434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FEBE6FEC-FE8F-43EA-A60B-B37ED3BFCD90}"/>
              </a:ext>
            </a:extLst>
          </p:cNvPr>
          <p:cNvPicPr>
            <a:picLocks noChangeAspect="1"/>
          </p:cNvPicPr>
          <p:nvPr/>
        </p:nvPicPr>
        <p:blipFill>
          <a:blip r:embed="R8ad97da2cee24f3f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412287640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72648B7-939C-4C02-8EFD-F1D2142B3EEE}"/>
              </a:ext>
            </a:extLst>
          </p:cNvPr>
          <p:cNvPicPr>
            <a:picLocks noChangeAspect="1"/>
          </p:cNvPicPr>
          <p:nvPr/>
        </p:nvPicPr>
        <p:blipFill>
          <a:blip r:embed="R12f5f9f7c23d46f1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4270268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081327E-A203-4F8E-A99C-A167E8F1ACA2}"/>
              </a:ext>
            </a:extLst>
          </p:cNvPr>
          <p:cNvPicPr>
            <a:picLocks noChangeAspect="1"/>
          </p:cNvPicPr>
          <p:nvPr/>
        </p:nvPicPr>
        <p:blipFill>
          <a:blip r:embed="R1eaa7582cf704617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10096911" y="5559443"/>
            <a:ext cx="872105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7718928" y="5814330"/>
            <a:ext cx="483430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812691144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F0680457-73A6-4078-AAA1-830D14494150}"/>
              </a:ext>
            </a:extLst>
          </p:cNvPr>
          <p:cNvPicPr>
            <a:picLocks noChangeAspect="1"/>
          </p:cNvPicPr>
          <p:nvPr/>
        </p:nvPicPr>
        <p:blipFill>
          <a:blip r:embed="R06da404bd31646d5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1759935407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A88BDD3-D839-4C37-A6B0-1BE3F6C74C19}"/>
              </a:ext>
            </a:extLst>
          </p:cNvPr>
          <p:cNvPicPr>
            <a:picLocks noChangeAspect="1"/>
          </p:cNvPicPr>
          <p:nvPr/>
        </p:nvPicPr>
        <p:blipFill>
          <a:blip r:embed="R621fc23533574d6a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7148463" y="3150405"/>
            <a:ext cx="2117320" cy="29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3927505" y="3568332"/>
            <a:ext cx="1999694" cy="29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746098528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5E357858-D50C-4597-A216-489FEDD25181}"/>
              </a:ext>
            </a:extLst>
          </p:cNvPr>
          <p:cNvPicPr>
            <a:picLocks noChangeAspect="1"/>
          </p:cNvPicPr>
          <p:nvPr/>
        </p:nvPicPr>
        <p:blipFill>
          <a:blip r:embed="R7b4bb382cc744eac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1115868" y="1804140"/>
            <a:ext cx="4436314" cy="3379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1135880" y="2150050"/>
            <a:ext cx="5511746" cy="3379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PDF hyperlink">
            <a:hlinkClick r:id="rId3"/>
          </p:cNvPr>
          <p:cNvSpPr/>
          <p:nvPr/>
        </p:nvSpPr>
        <p:spPr>
          <a:xfrm>
            <a:off x="7150083" y="5984584"/>
            <a:ext cx="1057262" cy="2279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14467418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DB98E06-02F4-42FE-BED2-70757DC9D1C3}"/>
              </a:ext>
            </a:extLst>
          </p:cNvPr>
          <p:cNvPicPr>
            <a:picLocks noChangeAspect="1"/>
          </p:cNvPicPr>
          <p:nvPr/>
        </p:nvPicPr>
        <p:blipFill>
          <a:blip r:embed="R556c2ed8164044d9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</p:spTree>
    <p:extLst>
      <p:ext uri="{BB962C8B-B14F-4D97-AF65-F5344CB8AC3E}">
        <p14:creationId val="946977832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9043AA2-828A-4FB8-911B-5453C982C1B2}"/>
              </a:ext>
            </a:extLst>
          </p:cNvPr>
          <p:cNvPicPr>
            <a:picLocks noChangeAspect="1"/>
          </p:cNvPicPr>
          <p:nvPr/>
        </p:nvPicPr>
        <p:blipFill>
          <a:blip r:embed="R6d74e7b4debc4f40"/>
          <a:stretch/>
        </p:blipFill>
        <p:spPr>
          <a:xfrm>
            <a:off x="0" y="0"/>
            <a:ext cx="11525250" cy="8648700"/>
          </a:xfrm>
          <a:prstGeom prst="rect">
            <a:avLst/>
          </a:prstGeom>
        </p:spPr>
      </p:pic>
      <p:sp>
        <p:nvSpPr>
          <p:cNvPr id="3" name="PDF hyperlink">
            <a:hlinkClick r:id="rId1"/>
          </p:cNvPr>
          <p:cNvSpPr/>
          <p:nvPr/>
        </p:nvSpPr>
        <p:spPr>
          <a:xfrm>
            <a:off x="5215951" y="7000352"/>
            <a:ext cx="1509403" cy="303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PDF hyperlink">
            <a:hlinkClick r:id="rId2"/>
          </p:cNvPr>
          <p:cNvSpPr/>
          <p:nvPr/>
        </p:nvSpPr>
        <p:spPr>
          <a:xfrm>
            <a:off x="7297027" y="7000352"/>
            <a:ext cx="1529383" cy="303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val="1578176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2026-10-15T18:40:31.3520000Z</dcterms:created>
  <dcterms:modified xsi:type="dcterms:W3CDTF">2026-10-15T18:40:31.3520000Z</dcterms:modified>
</coreProperties>
</file>